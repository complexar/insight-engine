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Insight Engine — a tool for analysis you can actually defend. Its premise is simple: the large language model provides the insight; the engine makes that insight verified, defensible, and audience-ready.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decisions don't forgive a confident guess — high-stakes, complex, or wicked problems, where the important things hide, the evidence is mixed or interested, and the deciding questions are value judgments. A strong model will hand you a fluent answer. But fluent isn't the same as verified — or defensible.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the engine doesn't try to be smarter. It tries to be more honest. It takes the model's insight and wraps it in a layer of assurance: verify what can be verified, grade how strongly each claim stands, separate fact from value — and make you own the value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what happens when you hand it a problem. It right-sizes the effort, surfaces what sits where attention doesn't go, verifies each load-bearing claim, and — for genuinely systemic problems — maps the feedback structure. Then it separates the questions no evidence can settle, locks its grades, and stops at the one step that's yours.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load-bearing claim is marked: V if it's independently corroborated, N if it rests on an interested party — with strength tiers on top. And once a grade is set, nothing downstream can change it; it can only be re-expressed. That's what makes the analysis hold up after the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also tries to prove itself wrong. For each claim the conclusion rests on, it runs a second search aimed at the opposite — looking for the evidence that would break it. That's the direct counter to confirmation bias, the failure mode most AI research tools quietly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there's one moment the engine refuses to take from you. The questions no evidence can settle — the framing, the legitimacy, the trade-offs — are handed back to you, and the analysis won't finalise until you take a position. Testing showed that merely showing you these questions doesn't work; being made to answer them does. The engine surfaces the questions; you, the operator, own the judgment.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four commands. Analyse runs the whole pipeline. Verify fact-checks a set of claims. Render re-voices a finished analysis for a specific reader — without changing a grade. And track keeps an investigation live as new facts arrive.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this is invented from scratch. The engine is architected around the nine analytic tradecraft standards the US intelligence community holds its analysts to — and in a blind assessment it scored ninety-two percent against a strong model's seventy-five. To be honest about it: that's architected-around and assessed once — not a formal certification.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 is finished being built; now it's for using. It's an open plugin for Claude Code and Cowork. Hand it a real problem, let the gate make you take a position — and get back an analysis you can defend.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Engine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41248" y="2743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you can defend.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" y="36118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 language model provides the insight; the engine makes it verified, defensible, and audience-ready.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" y="4709160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2F7A5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47091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[V1]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67128" y="4709160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167128" y="47091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[V2]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93008" y="4709160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8A6A2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93008" y="47091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[V3]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18888" y="4709160"/>
            <a:ext cx="1188720" cy="566928"/>
          </a:xfrm>
          <a:prstGeom prst="roundRect">
            <a:avLst>
              <a:gd name="adj" fmla="val 50000"/>
            </a:avLst>
          </a:prstGeom>
          <a:solidFill>
            <a:srgbClr val="8A3A2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18888" y="47091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plugin for Claude Code &amp; Cowork   ·   v0.1.11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decisions don't forgive a confident guess.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7472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75564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important things hide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most sits where attention doesn't go.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61688" y="1554480"/>
            <a:ext cx="347472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36008" y="175564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is mixed, or interested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36008" y="27432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disagree — and some benefit from the answer.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83296" y="1554480"/>
            <a:ext cx="347472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57616" y="175564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deciding questions are value judgments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357616" y="27432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analysis settles what you should value.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10908792" cy="1325880"/>
          </a:xfrm>
          <a:prstGeom prst="roundRect">
            <a:avLst>
              <a:gd name="adj" fmla="val 6207"/>
            </a:avLst>
          </a:prstGeom>
          <a:solidFill>
            <a:srgbClr val="1B2A4A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05840" y="4480560"/>
            <a:ext cx="10149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model gives you a fluent answer. 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isn't the same as verified — or defensible.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smarter answer — a more honest one.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doesn't try to out-think the model. It wraps the model's insight in a layer of assurance: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560320" cy="2468880"/>
          </a:xfrm>
          <a:prstGeom prst="roundRect">
            <a:avLst>
              <a:gd name="adj" fmla="val 3333"/>
            </a:avLst>
          </a:prstGeom>
          <a:solidFill>
            <a:srgbClr val="E9F5EE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" y="370332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what can be checked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38144" y="2606040"/>
            <a:ext cx="2560320" cy="2468880"/>
          </a:xfrm>
          <a:prstGeom prst="roundRect">
            <a:avLst>
              <a:gd name="adj" fmla="val 3333"/>
            </a:avLst>
          </a:prstGeom>
          <a:solidFill>
            <a:srgbClr val="EEF4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38144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39312" y="370332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strongly each claim stands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36208" y="2606040"/>
            <a:ext cx="2560320" cy="2468880"/>
          </a:xfrm>
          <a:prstGeom prst="roundRect">
            <a:avLst>
              <a:gd name="adj" fmla="val 3333"/>
            </a:avLst>
          </a:prstGeom>
          <a:solidFill>
            <a:srgbClr val="EEF4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36208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37376" y="370332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from value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034272" y="2606040"/>
            <a:ext cx="2560320" cy="2468880"/>
          </a:xfrm>
          <a:prstGeom prst="roundRect">
            <a:avLst>
              <a:gd name="adj" fmla="val 3333"/>
            </a:avLst>
          </a:prstGeom>
          <a:solidFill>
            <a:srgbClr val="FDF1D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34272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235440" y="370332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value calls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hand it a problem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0136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the effort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36976" y="1600200"/>
            <a:ext cx="2926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47872" y="160020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30752" y="180136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30752" y="242316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what hides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44768" y="1600200"/>
            <a:ext cx="2926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55664" y="160020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E9F5EE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38544" y="180136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38544" y="242316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every claim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52560" y="1600200"/>
            <a:ext cx="2926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363456" y="160020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DF1D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546336" y="180136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pass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46336" y="242316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· conditional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395020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Deep-core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457200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aside the un-answerable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36976" y="3749040"/>
            <a:ext cx="2926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547872" y="374904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E9F5EE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730752" y="395020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Grade-lock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730752" y="457200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+ stress-test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44768" y="3749040"/>
            <a:ext cx="2926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455664" y="374904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DF1DF"/>
          </a:solidFill>
          <a:ln w="25400">
            <a:solidFill>
              <a:srgbClr val="C4781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638544" y="395020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638544" y="457200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judgment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52560" y="3749040"/>
            <a:ext cx="2926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9363456" y="374904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546336" y="3950208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brief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46336" y="457200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· what flips it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pipeline runs silently — except the one step that's yours: the gate.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GRADE-LOCK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— graded, and locked.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E9F5EE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64592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331720" y="164592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corroborated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81344" y="164592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FDF1D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55664" y="164592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872984" y="164592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rests on an interested party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every [V] carries a source-strength tier: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34747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703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[V1]  </a:t>
            </a:r>
            <a:pPr indent="0" marL="0">
              <a:buNone/>
            </a:pPr>
            <a:r>
              <a:rPr lang="en-US" sz="18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61688" y="3703320"/>
            <a:ext cx="34747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636008" y="3703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[V2]  </a:t>
            </a:r>
            <a:pPr indent="0" marL="0">
              <a:buNone/>
            </a:pPr>
            <a:r>
              <a:rPr lang="en-US" sz="18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83296" y="3703320"/>
            <a:ext cx="34747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57616" y="3703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6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[V3]  </a:t>
            </a:r>
            <a:pPr indent="0" marL="0">
              <a:buNone/>
            </a:pPr>
            <a:r>
              <a:rPr lang="en-US" sz="18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/ contested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10908792" cy="1097280"/>
          </a:xfrm>
          <a:prstGeom prst="roundRect">
            <a:avLst>
              <a:gd name="adj" fmla="val 7500"/>
            </a:avLst>
          </a:prstGeom>
          <a:solidFill>
            <a:srgbClr val="1B2A4A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5840" y="493776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once, never changed downstream — only re-expressed.  </a:t>
            </a:r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what makes the analysis hold up.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DISCONFIRMATION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tries to prove itself wrong.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claim the conclusion rests on, the engine runs a second search — aimed at the opposite.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60604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load-bearing claim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023360" y="2606040"/>
            <a:ext cx="5212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44568" y="260604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DF1D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27448" y="260604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its negation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27848" y="2606040"/>
            <a:ext cx="5212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449056" y="260604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E9F5EE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31936" y="260604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Survives, or downgrades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10908792" cy="13716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05840" y="443484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direct counter to confirmation bias  </a:t>
            </a:r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failure mode most AI research tools quietly share.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B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FORCED GATE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moment is yours.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08792" cy="1874520"/>
          </a:xfrm>
          <a:prstGeom prst="roundRect">
            <a:avLst>
              <a:gd name="adj" fmla="val 4390"/>
            </a:avLst>
          </a:prstGeom>
          <a:solidFill>
            <a:srgbClr val="FDF1D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0120" y="1645920"/>
            <a:ext cx="10241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A44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no evidence can settle — the framing, the legitimacy, the trade-offs — are handed back to you. The analysis will not finalise until you take a position on each, or explicitly defer.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B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forced?  </a:t>
            </a:r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showed that merely </a:t>
            </a:r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</a:t>
            </a:r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these questions doesn't work — attention slides to the verifiable. Being made to answer them does.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surfaces the questions; you own the judgment.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commands.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0120" y="19019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/analyse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whole pipeline, end to end.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81344" y="164592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01384" y="19019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/verify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01384" y="25603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Fact-checks a set of claims or a premise.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400507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/render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60120" y="46634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Re-voices a finished analysis for a reader — without changing a grade.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81344" y="3749040"/>
            <a:ext cx="530352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01384" y="400507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/track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01384" y="46634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an investigation live as new facts arrive.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47548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Architected around a real analytic standard.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is built around the nine analytic tradecraft standards the U.S. intelligence community holds its analysts to (ICD-203).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Architected around the standards and assessed once — </a:t>
            </a:r>
            <a:pPr indent="0" marL="0">
              <a:buNone/>
            </a:pPr>
            <a:r>
              <a:rPr lang="en-US" sz="1700" b="1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formal certification.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06640" y="1600200"/>
            <a:ext cx="411480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589520" y="1874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ASSESSMENT · 9 STANDARDS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23774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7589520" y="3520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Engine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89520" y="4069080"/>
            <a:ext cx="3749040" cy="0"/>
          </a:xfrm>
          <a:prstGeom prst="line">
            <a:avLst/>
          </a:prstGeom>
          <a:noFill/>
          <a:ln w="12700">
            <a:solidFill>
              <a:srgbClr val="C9D4E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589520" y="4206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589520" y="5120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strong model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building. Start using.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41248" y="3154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plugin for Claude Code &amp; Cowork. Hand it a real problem, let the gate make you take a position — and get back an analysis you can defend.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41248" y="4709160"/>
            <a:ext cx="5943600" cy="566928"/>
          </a:xfrm>
          <a:prstGeom prst="roundRect">
            <a:avLst>
              <a:gd name="adj" fmla="val 50000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470916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github.com/ComplexAR/Insight-Engine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5943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9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 language model provides the insight; the engine makes it verified, defensible, and audience-ready.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 Engine — Explainer</dc:title>
  <dc:subject>PptxGenJS Presentation</dc:subject>
  <dc:creator>Insight Engine</dc:creator>
  <cp:lastModifiedBy>Insight Engine</cp:lastModifiedBy>
  <cp:revision>1</cp:revision>
  <dcterms:created xsi:type="dcterms:W3CDTF">2026-06-26T13:43:25Z</dcterms:created>
  <dcterms:modified xsi:type="dcterms:W3CDTF">2026-06-26T13:43:25Z</dcterms:modified>
</cp:coreProperties>
</file>